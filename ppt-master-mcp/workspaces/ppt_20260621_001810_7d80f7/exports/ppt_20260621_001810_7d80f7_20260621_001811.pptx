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628"/>
              </a:gs>
              <a:gs pos="100000">
                <a:srgbClr val="1A2A4A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762000" y="1905000"/>
            <a:ext cx="76200" cy="11430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97280" y="2087880"/>
            <a:ext cx="724913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关于2026年美以对伊军事冲突中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" y="2659380"/>
            <a:ext cx="513207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信息数据战的分析报告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22045" y="3631882"/>
            <a:ext cx="22201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90CAF9"/>
                </a:solidFill>
                <a:latin typeface="Segoe UI"/>
                <a:ea typeface="Microsoft YaHei"/>
                <a:cs typeface="Segoe UI"/>
              </a:rPr>
              <a:t>内部参阅 · 2026年6月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4191000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4FC3F7">
                <a:alpha val="50000"/>
              </a:srgbClr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127760" y="4632960"/>
            <a:ext cx="24307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8909C"/>
                </a:solidFill>
                <a:latin typeface="Segoe UI"/>
                <a:ea typeface="Microsoft YaHei"/>
                <a:cs typeface="Segoe UI"/>
              </a:rPr>
              <a:t>基于公开来源情报的五个维度分析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A1628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5330" y="268605"/>
            <a:ext cx="7296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1045" y="1345882"/>
            <a:ext cx="37383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一、民用监控系统已成为战略情报源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1045" y="2107882"/>
            <a:ext cx="37614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二、网络阻断已成为开战的"第一枪"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1045" y="2869882"/>
            <a:ext cx="350734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三、战争账单本质上就是数据账单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1045" y="3631882"/>
            <a:ext cx="37383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四、算力节点已成为高价值战略目标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1045" y="4393882"/>
            <a:ext cx="3045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565C0"/>
                </a:solidFill>
                <a:latin typeface="Segoe UI"/>
                <a:ea typeface="Microsoft YaHei"/>
                <a:cs typeface="Segoe UI"/>
              </a:rPr>
              <a:t>五、没有绝对安全的通信手段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2026-06-20T16:18:11Z</dcterms:created>
  <dcterms:modified xsi:type="dcterms:W3CDTF">2026-06-20T16:18:11Z</dcterms:modified>
  <cp:category/>
  <cp:contentStatus/>
</cp:coreProperties>
</file>