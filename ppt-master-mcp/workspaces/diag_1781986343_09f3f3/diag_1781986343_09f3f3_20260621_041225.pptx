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A6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95350" y="2943225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封面测试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14400" y="1581150"/>
            <a:ext cx="12763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1A3A6C"/>
                </a:solidFill>
                <a:latin typeface="Microsoft YaHei"/>
                <a:ea typeface="Microsoft YaHei"/>
                <a:cs typeface="Microsoft YaHei"/>
              </a:rPr>
              <a:t>第二页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9640" y="3615690"/>
            <a:ext cx="26860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这是诊断脚本生成的内容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2026-06-20T20:12:25Z</dcterms:created>
  <dcterms:modified xsi:type="dcterms:W3CDTF">2026-06-20T20:12:25Z</dcterms:modified>
  <cp:category/>
  <cp:contentStatus/>
</cp:coreProperties>
</file>