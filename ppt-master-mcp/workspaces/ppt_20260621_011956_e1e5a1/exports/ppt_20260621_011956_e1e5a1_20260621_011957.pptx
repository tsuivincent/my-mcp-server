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90160" y="30403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封面标题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9140" y="205740"/>
            <a:ext cx="7658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目录页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2026-06-20T17:19:57Z</dcterms:created>
  <dcterms:modified xsi:type="dcterms:W3CDTF">2026-06-20T17:19:57Z</dcterms:modified>
  <cp:category/>
  <cp:contentStatus/>
</cp:coreProperties>
</file>