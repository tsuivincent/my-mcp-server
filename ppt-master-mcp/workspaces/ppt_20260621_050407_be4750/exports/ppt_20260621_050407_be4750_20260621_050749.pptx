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215582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内部参阅 · 军事分析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63055" y="3248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95580" y="1771650"/>
            <a:ext cx="520084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2026年美以对伊军事冲突中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7638" y="2295525"/>
            <a:ext cx="427672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信息数据战的分析报告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76862" y="29813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（供内部参阅）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0" y="34766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57900" y="3438525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5905500" y="3457575"/>
            <a:ext cx="38100" cy="381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248400" y="3457575"/>
            <a:ext cx="38100" cy="381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857500" y="3810000"/>
            <a:ext cx="6477000" cy="952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284535" y="4013835"/>
            <a:ext cx="3622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核心议题：数据采集 · 传输 · 处理 · 欺骗与反欺骗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43423" y="4315778"/>
            <a:ext cx="39051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代号"史诗狂怒" · 2026年2月至5月 · 美以联合对伊朗军事行动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85218" y="4950142"/>
            <a:ext cx="22215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分析研究室 · 内部研究报告</a:t>
            </a:r>
          </a:p>
        </p:txBody>
      </p:sp>
      <p:sp>
        <p:nvSpPr>
          <p:cNvPr id="18" name="Rectangle 1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750123" y="6535102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9484" y="11811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21839" y="2849880"/>
            <a:ext cx="714832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民用监控系统已成为战略情报源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46596" y="3552825"/>
            <a:ext cx="56988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交通摄像头 → 全天候瞄准镜 · AI行为模式分析 · 高精度坐标输出</a:t>
            </a:r>
          </a:p>
        </p:txBody>
      </p:sp>
      <p:sp>
        <p:nvSpPr>
          <p:cNvPr id="7" name="Line 7"/>
          <p:cNvSpPr/>
          <p:nvPr/>
        </p:nvSpPr>
        <p:spPr>
          <a:xfrm>
            <a:off x="5619750" y="4000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428625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128516" y="4451985"/>
            <a:ext cx="39349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开战当天即输出精确打击坐标，F-15战机9:40命中目标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22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88AA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9484" y="11811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96636" y="2849880"/>
            <a:ext cx="719872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网络阻断已成为开战的"第一枪"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46659" y="3552825"/>
            <a:ext cx="4698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切断数据神经 → 实施物理打击 · 全国流量断崖式下跌</a:t>
            </a:r>
          </a:p>
        </p:txBody>
      </p:sp>
      <p:sp>
        <p:nvSpPr>
          <p:cNvPr id="7" name="Line 7"/>
          <p:cNvSpPr/>
          <p:nvPr/>
        </p:nvSpPr>
        <p:spPr>
          <a:xfrm>
            <a:off x="5619750" y="4000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428625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16577" y="4451985"/>
            <a:ext cx="2958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伊朗全国互联网流量降至正常水平的约4%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22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88AA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9484" y="11811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73870" y="2849880"/>
            <a:ext cx="664425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战争账单本质上就是数据账单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6762" y="355282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每一枚导弹都是一台会飞的计算机</a:t>
            </a:r>
          </a:p>
        </p:txBody>
      </p:sp>
      <p:sp>
        <p:nvSpPr>
          <p:cNvPr id="7" name="Line 7"/>
          <p:cNvSpPr/>
          <p:nvPr/>
        </p:nvSpPr>
        <p:spPr>
          <a:xfrm>
            <a:off x="5619750" y="4000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428625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280535" y="4451985"/>
            <a:ext cx="36309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前两个月花费约250-290亿美元，日均约4-5亿美元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22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88AA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9484" y="11811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21839" y="2849880"/>
            <a:ext cx="714832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算力节点已成为高价值战略目标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76812" y="355282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不打航母，专打数据中心</a:t>
            </a:r>
          </a:p>
        </p:txBody>
      </p:sp>
      <p:sp>
        <p:nvSpPr>
          <p:cNvPr id="7" name="Line 7"/>
          <p:cNvSpPr/>
          <p:nvPr/>
        </p:nvSpPr>
        <p:spPr>
          <a:xfrm>
            <a:off x="5619750" y="4000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428625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332542" y="4451985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AWS中东数据中心被直接命中，核心服务严重降级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22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88AA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9484" y="11811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77934" y="2849880"/>
            <a:ext cx="563613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没有绝对安全的通信手段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66686" y="3552825"/>
            <a:ext cx="42586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数据可以加密，但"正在通信"这一事实无法隐藏</a:t>
            </a:r>
          </a:p>
        </p:txBody>
      </p:sp>
      <p:sp>
        <p:nvSpPr>
          <p:cNvPr id="7" name="Line 7"/>
          <p:cNvSpPr/>
          <p:nvPr/>
        </p:nvSpPr>
        <p:spPr>
          <a:xfrm>
            <a:off x="5619750" y="4000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4286250"/>
            <a:ext cx="3810000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180522" y="4451985"/>
            <a:ext cx="38309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C4E5"/>
                </a:solidFill>
                <a:latin typeface="Arial"/>
                <a:ea typeface="Microsoft YaHei"/>
                <a:cs typeface="Arial"/>
              </a:rPr>
              <a:t>约3万-5万台Starlink终端自2022年以来被走私进伊朗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22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6436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88A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5732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7220" y="101155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报告内容概览</a:t>
            </a:r>
          </a:p>
        </p:txBody>
      </p:sp>
      <p:sp>
        <p:nvSpPr>
          <p:cNvPr id="7" name="Line 7"/>
          <p:cNvSpPr/>
          <p:nvPr/>
        </p:nvSpPr>
        <p:spPr>
          <a:xfrm>
            <a:off x="5524500" y="1381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66687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66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6295" y="186975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民用监控系统已成为战略情报源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4915" y="2220278"/>
            <a:ext cx="47172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交通摄像头 → 全天候瞄准镜 · 8200部队与摩萨德联合行动 · AI行为模式分析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5868" y="24664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结论：城市智慧化程度越高，战场透明化程度也越高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166687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667500" y="1666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2295" y="186975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0" y="1885950"/>
            <a:ext cx="29994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网络阻断已成为开战的"第一枪"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20915" y="2220278"/>
            <a:ext cx="38071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伊朗全国流量降至4% · 通讯社遭入侵 · BadeSaba应用被劫持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21868" y="24664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结论：网络战的窗口只有数小时，足以决定战局走向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90512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290512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6295" y="310800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9200" y="3124200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战争账单本质上就是数据账单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4915" y="3458528"/>
            <a:ext cx="4591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前两个月花费250亿-290亿美元 · THAAD消耗50% · Patriot消耗42%-50%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5868" y="37047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结论：战争烧钱，本质上是烧数据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290512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667500" y="290512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932295" y="310800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5200" y="3124200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算力节点已成为高价值战略目标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20915" y="3458528"/>
            <a:ext cx="37791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伊朗无人机袭击AWS数据中心 · 击落11架MQ-9"死神"无人机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21868" y="37047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结论：保护数据中心已不仅是商业问题，而是国防问题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14337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143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6295" y="434625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9200" y="4362450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没有绝对安全的通信手段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4915" y="4696778"/>
            <a:ext cx="43742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Starshield部署+6000台走私终端 · 伊朗反间谍没收数百台 · 射频干扰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5868" y="4942999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结论：数据可以加密，但"正在通信"这一事实无法隐藏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0" y="4143375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667500" y="4143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932295" y="4346258"/>
            <a:ext cx="2729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总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15200" y="436245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总结与核心结论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20915" y="4696778"/>
            <a:ext cx="3268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从火力密度转向数据定力 · 民用基础设施即战场延伸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21868" y="4942999"/>
            <a:ext cx="34051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下一次战争的警报不是雷达蜂鸣，而是数据中心的断电报警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58165" y="65351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内部资料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一、民用监控系统已成为战略情报源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66675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6675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476434" y="832485"/>
            <a:ext cx="5239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核心观点：城市里的交通摄像头，在战时可以变成对手的全天候瞄准镜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5524500" cy="1905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33500"/>
            <a:ext cx="5524500" cy="333375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71625"/>
            <a:ext cx="55245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813923" y="1440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情报来源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1857375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8165" y="198215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以色列8200部队与摩萨德长期潜伏伊朗民用基础设施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220278"/>
            <a:ext cx="33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系统性接管交通监控摄像头、市政传感器设备控制权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165" y="2458402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实时视频流加密回传至以色列服务器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2696528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AI对海量视频数据进行行为模式分析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2934652"/>
            <a:ext cx="35061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识别军官护卫车队路线、人员出入频率、车辆隶属关系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333500"/>
            <a:ext cx="5524500" cy="1905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333500"/>
            <a:ext cx="5524500" cy="333375"/>
          </a:xfrm>
          <a:prstGeom prst="roundRect">
            <a:avLst>
              <a:gd name="adj" fmla="val 22857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571625"/>
            <a:ext cx="5524500" cy="95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19423" y="1440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实战效果</a:t>
            </a:r>
          </a:p>
        </p:txBody>
      </p:sp>
      <p:sp>
        <p:nvSpPr>
          <p:cNvPr id="23" name="Line 23"/>
          <p:cNvSpPr/>
          <p:nvPr/>
        </p:nvSpPr>
        <p:spPr>
          <a:xfrm>
            <a:off x="6477000" y="1857375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63665" y="2029778"/>
            <a:ext cx="1664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2026年2月28日开战当天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3665" y="2267902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AI系统根据多年积累的数据直接输出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3665" y="250602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高精度目标坐标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3665" y="2791778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以军F-15战机约7:30起飞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3665" y="3029902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9:40"蓝麻雀"导弹命中目标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" y="3476625"/>
            <a:ext cx="11430000" cy="15240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81000" y="3476625"/>
            <a:ext cx="57150" cy="152400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03885" y="3632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案例聚焦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5790" y="3934778"/>
            <a:ext cx="6495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据《金融时报》援引以色列情报官员披露，打击坐标来源于8200部队与摩萨德联合行动多年积累的成果。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5790" y="4220528"/>
            <a:ext cx="57323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路透社2026年3月深度报道证实：以色列多年来对伊朗民用基础设施实施了广泛的网络渗透。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5790" y="4506278"/>
            <a:ext cx="4647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通过车牌和轨迹推断机构内部的车辆隶属关系，为精确打击提供坐标依据。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81000" y="5238750"/>
            <a:ext cx="11430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A0D8A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552319" y="5394960"/>
            <a:ext cx="7087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结论：民用监控设施的战时军事价值急剧上升。城市智慧化程度越高，战场透明化程度也越高。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8165" y="653510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第一章 · 情报源分析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99422" y="6551295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来源：金融时报、路透社2026年3月深度报道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3761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二、网络阻断已成为开战的"第一枪"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66675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6675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972371" y="832485"/>
            <a:ext cx="62472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核心观点：先切断对手的数据神经，再实施物理打击，已成为现代战争的标准起手式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36195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33500"/>
            <a:ext cx="3619500" cy="333375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71625"/>
            <a:ext cx="36195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333732" y="1440656"/>
            <a:ext cx="1714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断网数据（NetBlocks）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185737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8165" y="2029778"/>
            <a:ext cx="20289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时间：2026年2月28日 7:00 UTC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3631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伊朗全国互联网流量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5358" y="2564130"/>
            <a:ext cx="1250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约4%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6334" y="3125152"/>
            <a:ext cx="1328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降至正常水平的约4%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3506152"/>
            <a:ext cx="24699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Cloudflare Radar确认：较前一周↓98%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165" y="374427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德黑兰、法尔斯、伊斯法罕接近归零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333500"/>
            <a:ext cx="36195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333500"/>
            <a:ext cx="3619500" cy="333375"/>
          </a:xfrm>
          <a:prstGeom prst="roundRect">
            <a:avLst>
              <a:gd name="adj" fmla="val 22857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1571625"/>
            <a:ext cx="3619500" cy="95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04403" y="14406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网络空间攻击</a:t>
            </a:r>
          </a:p>
        </p:txBody>
      </p:sp>
      <p:sp>
        <p:nvSpPr>
          <p:cNvPr id="24" name="Line 24"/>
          <p:cNvSpPr/>
          <p:nvPr/>
        </p:nvSpPr>
        <p:spPr>
          <a:xfrm>
            <a:off x="4572000" y="185737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58665" y="2029778"/>
            <a:ext cx="189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伊朗通讯社IRNA遭入侵/下线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8665" y="2315528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塔斯尼姆通讯社下线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8665" y="2601278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BadeSaba祈祷应用被劫持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2887028"/>
            <a:ext cx="1125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推送心理战信息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26802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多重因素叠加：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0615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伊朗当局主动切网 + 美以网络攻击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1333500"/>
            <a:ext cx="3429000" cy="2857500"/>
          </a:xfrm>
          <a:prstGeom prst="roundRect">
            <a:avLst>
              <a:gd name="adj" fmla="val 2667"/>
            </a:avLst>
          </a:prstGeom>
          <a:solidFill>
            <a:srgbClr val="F0F4FA"/>
          </a:solidFill>
          <a:ln w="9525">
            <a:solidFill>
              <a:srgbClr val="B0C8E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82000" y="1333500"/>
            <a:ext cx="3429000" cy="333375"/>
          </a:xfrm>
          <a:prstGeom prst="roundRect">
            <a:avLst>
              <a:gd name="adj" fmla="val 22857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382000" y="1571625"/>
            <a:ext cx="34290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767173" y="1440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战略意义</a:t>
            </a:r>
          </a:p>
        </p:txBody>
      </p:sp>
      <p:sp>
        <p:nvSpPr>
          <p:cNvPr id="35" name="Line 35"/>
          <p:cNvSpPr/>
          <p:nvPr/>
        </p:nvSpPr>
        <p:spPr>
          <a:xfrm>
            <a:off x="8572500" y="18573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59165" y="207740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网络战的窗口可能只有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94912" y="2326958"/>
            <a:ext cx="140317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数小时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33121" y="29346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但这数小时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13069" y="32204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足以决定整场战局的走向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4429125"/>
            <a:ext cx="11430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A0D8A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300012" y="4585335"/>
            <a:ext cx="55919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结论：先切断对手的数据神经，再实施物理打击——信息战时代的标准起手式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58165" y="653510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第二章 · 网络阻断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59429" y="6551295"/>
            <a:ext cx="22731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来源：NetBlocks、Cloudflare Radar数据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3507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三、战争账单本质上就是数据账单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66675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6675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468308" y="832485"/>
            <a:ext cx="72553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核心观点：高精度武器之所以昂贵，不是因为炸药贵，而是因为每一枚导弹都是一台会飞的计算机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80464" y="1472565"/>
            <a:ext cx="12680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250-290亿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1148" y="17916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美元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7061" y="213312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前两个月总花费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4805" y="2371249"/>
            <a:ext cx="10193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日均约4-5亿美元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86125" y="1333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36808" y="1472565"/>
            <a:ext cx="96563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＞113亿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66272" y="17916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美元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87177" y="21331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第一周未预算支出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83164" y="2371249"/>
            <a:ext cx="1272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CSIS修正约127亿美元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191250" y="1333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016729" y="1472565"/>
            <a:ext cx="10160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190-290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41406" y="1791652"/>
            <a:ext cx="166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47559" y="21331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THAAD消耗≥50%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52335" y="23712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库存消耗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096375" y="1333500"/>
            <a:ext cx="2714625" cy="133350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802287" y="1472565"/>
            <a:ext cx="129327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1060-1430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65581" y="1791652"/>
            <a:ext cx="166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6212" y="21331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Patriot消耗42%-50%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81486" y="23712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拦截弹库存消耗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" y="2857500"/>
            <a:ext cx="11430000" cy="180975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81000" y="2857500"/>
            <a:ext cx="11430000" cy="333375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81000" y="3095625"/>
            <a:ext cx="11430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262360" y="2964656"/>
            <a:ext cx="3667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武器成本构成：每一枚导弹都是一台"会飞的计算机"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8165" y="3363278"/>
            <a:ext cx="58654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战斧巡航导弹（约200万美元/枚）→ 惯性导航+卫星接收机+地形匹配数据库+末端目标识别模块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8165" y="3649028"/>
            <a:ext cx="4507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JASSM防区外导弹（约230万美元/枚）→ 完整的数据处理与目标识别系统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165" y="3934778"/>
            <a:ext cx="55153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后期改用JDAM制导炸弹（7.5万-10.7万美元/枚）→ 随着伊朗防空系统被削弱，成本骤降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8165" y="4220528"/>
            <a:ext cx="48222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每一枚拦截弹依赖地面雷达数据链实时输入 → 拦截成本=数据链成本+弹药成本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81000" y="4905375"/>
            <a:ext cx="11430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A0D8A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468033" y="5061585"/>
            <a:ext cx="52559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结论：所谓战争烧钱，本质上是烧数据。导弹贵在"计算"，而非炸药。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8165" y="653510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第三章 · 战争成本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07435" y="6551295"/>
            <a:ext cx="21771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来源：CSIS分析数据、公开军事采购数据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四、算力节点已成为高价值战略目标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66675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6675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1939" y="832485"/>
            <a:ext cx="67681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核心观点：面对全世界最强大的军队，伊朗选择非对称反击路线——不打航母，专打数据中心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55245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33500"/>
            <a:ext cx="5524500" cy="333375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71625"/>
            <a:ext cx="55245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994821" y="1440656"/>
            <a:ext cx="2296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打击数据中心：2026年3月1-2日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1857375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8165" y="2029778"/>
            <a:ext cx="2666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伊朗无人机对海湾地区基础设施发动袭击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315528"/>
            <a:ext cx="28970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AWS阿联酋ME-CENTRAL-1可用区被直接命中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165" y="2601278"/>
            <a:ext cx="27710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AWS巴林ME-SOUTH-1可用区遭受间接损害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2934652"/>
            <a:ext cx="1033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AWS官方确认：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3220402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EC2、S3、DynamoDB等核心服务严重降级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165" y="355377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这些数据中心托管着美军中东地区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165" y="374427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人工智能指挥链的核心节点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333500"/>
            <a:ext cx="55245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1333500"/>
            <a:ext cx="5524500" cy="333375"/>
          </a:xfrm>
          <a:prstGeom prst="roundRect">
            <a:avLst>
              <a:gd name="adj" fmla="val 22857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1571625"/>
            <a:ext cx="5524500" cy="95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089344" y="1440656"/>
            <a:ext cx="19188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击落无人机：非对称消耗战</a:t>
            </a:r>
          </a:p>
        </p:txBody>
      </p:sp>
      <p:sp>
        <p:nvSpPr>
          <p:cNvPr id="25" name="Line 25"/>
          <p:cNvSpPr/>
          <p:nvPr/>
        </p:nvSpPr>
        <p:spPr>
          <a:xfrm>
            <a:off x="6477000" y="1857375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63665" y="2029778"/>
            <a:ext cx="24559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伊朗防空部队使用AD-08 Majid等系统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3665" y="2315528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累计击落MQ-9"死神"无人机：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5147" y="2564130"/>
            <a:ext cx="142720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≥11架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58793" y="3172778"/>
            <a:ext cx="1979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每架成本约3000万-3500万美元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63665" y="35537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总损失：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43194" y="3521392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约3.3亿-3.85亿美元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1000" y="4238625"/>
            <a:ext cx="11430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A0D8A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552319" y="4394835"/>
            <a:ext cx="7087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结论：数据中心与弹药库、指挥所同等重要。保护数据中心已不仅是商业问题，而是国防问题。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8165" y="653510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第四章 · 算力节点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93421" y="6551295"/>
            <a:ext cx="24051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来源：AWS官方服务状态公告、公开军事报道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20655" y="65351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五、没有绝对安全的通信手段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66675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6675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20340" y="832485"/>
            <a:ext cx="6751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核心观点：美军试图利用星链低轨卫星网络向伊朗境内渗透数据节点，但道高一尺魔高一丈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3524250" cy="3048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D0D8E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33500"/>
            <a:ext cx="3524250" cy="333375"/>
          </a:xfrm>
          <a:prstGeom prst="roundRect">
            <a:avLst>
              <a:gd name="adj" fmla="val 2285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71625"/>
            <a:ext cx="352425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98759" y="14406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美以方：信道渗透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185737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8165" y="2029778"/>
            <a:ext cx="2049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SpaceX Starshield军事版终端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315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冲突开始时部署于十多个无人机系统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165" y="2648902"/>
            <a:ext cx="1650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2026年1月，美国国务院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2934652"/>
            <a:ext cx="1720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利用"互联网自由倡议"资金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3220402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将约6000台Starlink终端走私入境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165" y="3553778"/>
            <a:ext cx="845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累计估计有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9875" y="3756660"/>
            <a:ext cx="1826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3万-5万台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2684" y="4172902"/>
            <a:ext cx="1720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Starlink终端（2022年起）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33875" y="1333500"/>
            <a:ext cx="3524250" cy="3048000"/>
          </a:xfrm>
          <a:prstGeom prst="roundRect">
            <a:avLst>
              <a:gd name="adj" fmla="val 2500"/>
            </a:avLst>
          </a:prstGeom>
          <a:solidFill>
            <a:srgbClr val="FFF5F5"/>
          </a:solidFill>
          <a:ln w="9525">
            <a:solidFill>
              <a:srgbClr val="FFD0D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333875" y="1333500"/>
            <a:ext cx="3524250" cy="333375"/>
          </a:xfrm>
          <a:prstGeom prst="roundRect">
            <a:avLst>
              <a:gd name="adj" fmla="val 22857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333875" y="1571625"/>
            <a:ext cx="3524250" cy="95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451634" y="14406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伊朗方：反制行动</a:t>
            </a:r>
          </a:p>
        </p:txBody>
      </p:sp>
      <p:sp>
        <p:nvSpPr>
          <p:cNvPr id="26" name="Line 26"/>
          <p:cNvSpPr/>
          <p:nvPr/>
        </p:nvSpPr>
        <p:spPr>
          <a:xfrm>
            <a:off x="4524375" y="185737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511040" y="2029778"/>
            <a:ext cx="1622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伊朗情报部自3月起展开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040" y="231552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全国性反间谍行动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0" y="2648902"/>
            <a:ext cx="19519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宣布没收数百台Starlink终端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11040" y="2982278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3月19日逮捕13名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11040" y="3268028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"以色列支持的间谍网络"成员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11040" y="3601402"/>
            <a:ext cx="1790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3月25日在德黑兰逮捕39人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1040" y="38871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没收7台Starlink设备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11040" y="4220528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部署先进射频干扰系统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1040" y="4458652"/>
            <a:ext cx="1972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对Starlink信号实施军事级干扰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86750" y="1333500"/>
            <a:ext cx="3524250" cy="3048000"/>
          </a:xfrm>
          <a:prstGeom prst="roundRect">
            <a:avLst>
              <a:gd name="adj" fmla="val 2500"/>
            </a:avLst>
          </a:prstGeom>
          <a:solidFill>
            <a:srgbClr val="F0F4FA"/>
          </a:solidFill>
          <a:ln w="9525">
            <a:solidFill>
              <a:srgbClr val="B0C8E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286750" y="1333500"/>
            <a:ext cx="3524250" cy="333375"/>
          </a:xfrm>
          <a:prstGeom prst="roundRect">
            <a:avLst>
              <a:gd name="adj" fmla="val 22857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286750" y="1571625"/>
            <a:ext cx="352425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719548" y="1440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博弈分析</a:t>
            </a:r>
          </a:p>
        </p:txBody>
      </p:sp>
      <p:sp>
        <p:nvSpPr>
          <p:cNvPr id="40" name="Line 40"/>
          <p:cNvSpPr/>
          <p:nvPr/>
        </p:nvSpPr>
        <p:spPr>
          <a:xfrm>
            <a:off x="8477250" y="185737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E0E5E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463915" y="212502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技术优势 ≠ 绝对安全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63915" y="24584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低轨卫星互联网的弱点：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63915" y="274415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地面终端可被物理没收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63915" y="302990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射频信号可被军事级干扰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63915" y="331565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走私渠道可被情报阻断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63915" y="36490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关键教训：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63915" y="393477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数据内容可以加密，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63915" y="417290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但"正在通信"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63915" y="441102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这一事实无法隐藏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81000" y="4619625"/>
            <a:ext cx="11430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A0D8A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2963970" y="4775835"/>
            <a:ext cx="62640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结论：数据可以加密，但"正在通信"这一事实无法隐藏。没有绝对安全的通信手段。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58165" y="653510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第五章 · 通信安全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86433" y="6551295"/>
            <a:ext cx="22191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来源：SpaceX公开信息、伊朗情报部公告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436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0545" y="26003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总结与核心结论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952500"/>
            <a:ext cx="11430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952500"/>
            <a:ext cx="3810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84560" y="1118235"/>
            <a:ext cx="32228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现代战争的核心已从火力密度转向数据定力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666875"/>
            <a:ext cx="3619500" cy="1905000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B0C8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66687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952625"/>
            <a:ext cx="36195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923478" y="17945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222027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从火力密度转向数据定力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118" y="25141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从德黑兰的摄像头到星链终端，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118" y="2752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从网络骨干网到数据中心，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29903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数据流贯穿战争全周期。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86250" y="1666875"/>
            <a:ext cx="3619500" cy="1905000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B0C8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86250" y="166687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286250" y="1952625"/>
            <a:ext cx="3619500" cy="952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828728" y="17945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63415" y="222027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民用基础设施即战场延伸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64368" y="251412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交通摄像头、云数据中心、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64368" y="27522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低轨卫星互联网、手机应用程序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64368" y="29903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在战时瞬间转化为攻防工具。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91500" y="1666875"/>
            <a:ext cx="3619500" cy="1905000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B0C8E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191500" y="166687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191500" y="1952625"/>
            <a:ext cx="3619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733978" y="17945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8665" y="2220278"/>
            <a:ext cx="1937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数据战没有单方面的绝对优势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618" y="25141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伊朗以非对称手段打击数据中心、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2752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击落无人机、没收星链终端，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9618" y="29903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技术弱势一方也能致命打击。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81000" y="3857625"/>
            <a:ext cx="114300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9525">
            <a:solidFill>
              <a:srgbClr val="F0D0A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381000" y="385762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CC66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03885" y="4013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6600"/>
                </a:solidFill>
                <a:latin typeface="Arial"/>
                <a:ea typeface="Microsoft YaHei"/>
                <a:cs typeface="Arial"/>
              </a:rPr>
              <a:t>核心警句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58590" y="4331018"/>
            <a:ext cx="4674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"下一次战争的第一声警报，可能不是防空雷达的蜂鸣，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92732" y="4616768"/>
            <a:ext cx="24065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而是数据中心的断电报警。"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81000" y="6334125"/>
            <a:ext cx="57150" cy="52387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58165" y="65351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6436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42154" y="20878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感谢阅读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06741" y="2790825"/>
            <a:ext cx="33785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Information is the New Ammunition</a:t>
            </a:r>
          </a:p>
        </p:txBody>
      </p:sp>
      <p:sp>
        <p:nvSpPr>
          <p:cNvPr id="6" name="Line 6"/>
          <p:cNvSpPr/>
          <p:nvPr/>
        </p:nvSpPr>
        <p:spPr>
          <a:xfrm>
            <a:off x="5619750" y="3238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320040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619500" y="35242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56572" y="3736181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本报告基于公开来源信息整理分析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29896" y="4030028"/>
            <a:ext cx="43322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主要信息来源：金融时报、路透社、NetBlocks、Cloudflare Radar、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85428" y="4268152"/>
            <a:ext cx="38211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CSIS、AWS官方状态公告、SpaceX公开信息、伊朗情报部公告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12064" y="4775835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内部资料 · 注意保密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2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319570" y="6535102"/>
            <a:ext cx="15528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2026年6月 · 分析研究室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436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2026-06-20T21:07:49Z</dcterms:created>
  <dcterms:modified xsi:type="dcterms:W3CDTF">2026-06-20T21:07:49Z</dcterms:modified>
  <cp:category/>
  <cp:contentStatus/>
</cp:coreProperties>
</file>